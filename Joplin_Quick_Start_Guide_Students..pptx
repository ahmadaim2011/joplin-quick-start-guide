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BE0E"/>
    <a:srgbClr val="52CFE8"/>
    <a:srgbClr val="41A7CB"/>
    <a:srgbClr val="7DF00A"/>
    <a:srgbClr val="19A0DD"/>
    <a:srgbClr val="66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2" autoAdjust="0"/>
    <p:restoredTop sz="86424" autoAdjust="0"/>
  </p:normalViewPr>
  <p:slideViewPr>
    <p:cSldViewPr snapToGrid="0">
      <p:cViewPr varScale="1">
        <p:scale>
          <a:sx n="52" d="100"/>
          <a:sy n="52" d="100"/>
        </p:scale>
        <p:origin x="90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17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1DD1C-720A-4E3E-BF40-30B89B90166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EB432-69CF-4E0A-9FFB-138B58007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4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45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52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2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0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EB432-69CF-4E0A-9FFB-138B580079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8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AC99-39F5-227C-B4AF-73934B13C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564EA-8B4D-F74F-A0CD-7D8D4DB6B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34D54-6434-8783-116E-7C3685FA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FD61-03AF-F750-0333-874211E2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9DE37-22A3-0303-0D92-8555FB76A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3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1508-D39F-E524-06F5-B2B7B72A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BCF0-FD60-38AC-C75B-BF31A4438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0">
              <a:buNone/>
              <a:defRPr/>
            </a:lvl2pPr>
          </a:lstStyle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3626-E8BA-AD7D-8BA0-BD17114B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97BB0-6147-4BAA-A77B-33363576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1E7DE-1938-54FA-119E-C6734A05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3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C73D-B023-5C0B-8092-AB603944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768D6-7070-9344-9FD3-A02789A8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B223-9013-95D5-08DD-5895CACC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FF422-D44B-7ED4-9EBB-0EF2B016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DEDA0-1F07-77E3-1C0C-B3051D0F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2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4F35-4DCD-B5DF-A16F-C7F103B8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39E49-131E-D74C-773F-64A9E41AF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9241-7E1A-8ECD-5EFA-3986C88E9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04CAD-446A-568A-66F7-FE9A15EF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CBE56-7B24-E13E-EC75-09AE785F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C6A1F-DB44-D46D-9459-0E4021C4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1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98DF-E558-BF28-3BC9-6FF15196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C46EC-C07B-2BF2-0F3F-344359830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A6679-5134-76AC-6DD4-6BAACA14D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C5B83-3969-1096-64BB-0B6A0F512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DCC44-3716-9C7E-55EB-CD003A1EB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AA1C8-9FE2-A2CD-E705-5969CDBD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0C95E-BCCF-0989-A511-AAEAB5FD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79ABA-7274-193D-7AC2-A96AD894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7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0BC6-9326-3288-DCA4-480155CA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3821D-904C-9563-5321-3BB276921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B898A-B2BF-9468-A3F5-F21D33C7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C34D1-86DF-0BB4-A9BF-735F41A9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2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6326C-8484-4C39-6EBB-A98EA0E4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20434-6F6D-A8F0-B0A3-CBEC3663C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244B8-301C-BD46-FD34-00F09B3A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7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D0CE-9773-75DF-22EC-3BDBE70D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FC13-D014-5A71-3C6A-925FD7C38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4B5FA-B8C3-E86A-6C6A-D7B5809DD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F69BE-68EB-C364-0CE4-AC923C71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90BE4-9D64-C945-AD9C-1084DD8B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A6E83-E498-ABD5-8606-E9E21E1E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9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3A3A-7178-289A-E9DB-C006BD9C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66826-72ED-5DBE-52BC-A64622B22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B6E1E-9D9E-386D-D1BF-7D31DC390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B0E95-57B2-72BF-8A59-D7EEA7CA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5745C-7786-E325-6A39-D5DE022F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0D22-336F-F1DB-F66C-D983DA7A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3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EE9C-6EA7-C3B7-3C8B-4F3295B1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39CE9-3B58-8FCC-748D-F3416FD1A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69EB4-14E3-5D5F-4BAC-A391FE25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817C8-4529-79EB-8FFC-F7F57332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558A7-69ED-0DE2-D794-55CD24AB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0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1F0AE4-1B3E-2575-3E04-6B3EB878F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DBB11-730E-71CD-04B5-AA702F639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4124-14BB-44B3-E2EA-6D812448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39DD8-98D5-4F97-0FA9-F3EC8469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D9D54-0C8A-293D-19C3-7EC07FD2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3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EFF68-104A-12D2-1B1F-F377A669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CC189-AA5F-75D3-0509-4E0141E5A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7DD9D-4964-07B6-9EBE-9477F77F5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64B06-4137-4D1D-9E8C-9E0267E02C2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95A84-3027-CA49-8B8B-F854AAE72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BE0-B62A-BCA2-EEDD-887A795C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A1463-1D51-461E-86AA-BB12AEED854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7E367-EDD1-B256-BEA5-A5B1D94D3D23}"/>
              </a:ext>
            </a:extLst>
          </p:cNvPr>
          <p:cNvSpPr txBox="1"/>
          <p:nvPr userDrawn="1"/>
        </p:nvSpPr>
        <p:spPr>
          <a:xfrm>
            <a:off x="769331" y="107912"/>
            <a:ext cx="4161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Joplin for Students | Quick Start Guide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03655F-7C2D-1592-C9A0-BEA125B3C3E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77149" y="177485"/>
            <a:ext cx="161051" cy="16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oplinapp.org/help/faq" TargetMode="External"/><Relationship Id="rId2" Type="http://schemas.openxmlformats.org/officeDocument/2006/relationships/hyperlink" Target="https://joplinapp.org/hel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ourse.joplinapp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D1B4-5D9C-1626-21A3-6D83F3251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6381A-99F1-2E24-8274-F33DB60656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29636-ECE4-1F80-4DE8-F24CF99F0A86}"/>
              </a:ext>
            </a:extLst>
          </p:cNvPr>
          <p:cNvSpPr txBox="1"/>
          <p:nvPr/>
        </p:nvSpPr>
        <p:spPr>
          <a:xfrm>
            <a:off x="2197510" y="1951351"/>
            <a:ext cx="7388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sz="4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4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Quick Start Guide for Students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31F08-C6B0-9A19-1A3B-70F153053DDA}"/>
              </a:ext>
            </a:extLst>
          </p:cNvPr>
          <p:cNvSpPr txBox="1"/>
          <p:nvPr/>
        </p:nvSpPr>
        <p:spPr>
          <a:xfrm>
            <a:off x="2197509" y="1766685"/>
            <a:ext cx="2875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       </a:t>
            </a:r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Joplin</a:t>
            </a:r>
            <a:r>
              <a:rPr lang="en-US" dirty="0"/>
              <a:t>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0626AB-E059-E9EA-51CB-251533DC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639" y="1667177"/>
            <a:ext cx="619818" cy="64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9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9F3C-3F6D-5406-AB86-4D7554FB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ECF377-D68F-308E-BC62-DD6FC06D9B49}"/>
              </a:ext>
            </a:extLst>
          </p:cNvPr>
          <p:cNvSpPr/>
          <p:nvPr/>
        </p:nvSpPr>
        <p:spPr>
          <a:xfrm>
            <a:off x="836220" y="2259722"/>
            <a:ext cx="3229897" cy="427703"/>
          </a:xfrm>
          <a:prstGeom prst="roundRect">
            <a:avLst>
              <a:gd name="adj" fmla="val 27012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Get Your Notes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Organised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FFC0ED-588A-384B-DCAE-AFD9EE2BB00E}"/>
              </a:ext>
            </a:extLst>
          </p:cNvPr>
          <p:cNvSpPr/>
          <p:nvPr/>
        </p:nvSpPr>
        <p:spPr>
          <a:xfrm>
            <a:off x="836221" y="2825625"/>
            <a:ext cx="3229897" cy="427703"/>
          </a:xfrm>
          <a:prstGeom prst="roundRect">
            <a:avLst>
              <a:gd name="adj" fmla="val 2701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Take Handwritten Notes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D1A5B8-B046-48A7-B4F9-6D91C4F222B7}"/>
              </a:ext>
            </a:extLst>
          </p:cNvPr>
          <p:cNvSpPr/>
          <p:nvPr/>
        </p:nvSpPr>
        <p:spPr>
          <a:xfrm>
            <a:off x="836222" y="3335342"/>
            <a:ext cx="3229897" cy="562640"/>
          </a:xfrm>
          <a:prstGeom prst="roundRect">
            <a:avLst>
              <a:gd name="adj" fmla="val 2701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Manage Task Lists, To-Dos, and Reminders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BD0740-6606-75DD-2221-5D10854C173F}"/>
              </a:ext>
            </a:extLst>
          </p:cNvPr>
          <p:cNvSpPr/>
          <p:nvPr/>
        </p:nvSpPr>
        <p:spPr>
          <a:xfrm>
            <a:off x="836224" y="4585855"/>
            <a:ext cx="3229897" cy="562641"/>
          </a:xfrm>
          <a:prstGeom prst="roundRect">
            <a:avLst>
              <a:gd name="adj" fmla="val 2701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Add Multimedia to Your Notes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D80355-8238-00F1-226F-99D8AB414EF9}"/>
              </a:ext>
            </a:extLst>
          </p:cNvPr>
          <p:cNvSpPr/>
          <p:nvPr/>
        </p:nvSpPr>
        <p:spPr>
          <a:xfrm>
            <a:off x="538295" y="1056361"/>
            <a:ext cx="6194326" cy="79942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Get Started Using Joplin Note Taking App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DB4F0A-3DFC-6AB8-594B-DFA910941991}"/>
              </a:ext>
            </a:extLst>
          </p:cNvPr>
          <p:cNvSpPr/>
          <p:nvPr/>
        </p:nvSpPr>
        <p:spPr>
          <a:xfrm>
            <a:off x="836223" y="3955745"/>
            <a:ext cx="3229897" cy="562641"/>
          </a:xfrm>
          <a:prstGeom prst="roundRect">
            <a:avLst>
              <a:gd name="adj" fmla="val 2701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Collaborate on Group Projects</a:t>
            </a:r>
          </a:p>
        </p:txBody>
      </p:sp>
      <p:pic>
        <p:nvPicPr>
          <p:cNvPr id="14" name="Picture 13" descr="Person writing on a notepad">
            <a:extLst>
              <a:ext uri="{FF2B5EF4-FFF2-40B4-BE49-F238E27FC236}">
                <a16:creationId xmlns:a16="http://schemas.microsoft.com/office/drawing/2014/main" id="{56742324-F858-1517-8109-2491C9C56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68" y="2571815"/>
            <a:ext cx="3764783" cy="2986979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81CB4F-FACD-38AA-9AA6-6B454CB52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A78DE46-C01C-8D68-CC81-827DA4423292}"/>
              </a:ext>
            </a:extLst>
          </p:cNvPr>
          <p:cNvSpPr/>
          <p:nvPr/>
        </p:nvSpPr>
        <p:spPr>
          <a:xfrm>
            <a:off x="8697998" y="1545160"/>
            <a:ext cx="707923" cy="647948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E4524C66-F244-9CE4-BF4D-4DE67CA56336}"/>
              </a:ext>
            </a:extLst>
          </p:cNvPr>
          <p:cNvSpPr/>
          <p:nvPr/>
        </p:nvSpPr>
        <p:spPr>
          <a:xfrm>
            <a:off x="7833244" y="496189"/>
            <a:ext cx="864754" cy="799422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B85CAE4-6E50-9E40-3446-A9E3C328F59F}"/>
              </a:ext>
            </a:extLst>
          </p:cNvPr>
          <p:cNvSpPr/>
          <p:nvPr/>
        </p:nvSpPr>
        <p:spPr>
          <a:xfrm>
            <a:off x="7280086" y="1679301"/>
            <a:ext cx="426474" cy="37966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7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DA0E-4307-DF5D-D7AE-D23EA653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1800" kern="1200" dirty="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519C-5EC6-3421-FB9F-B4A3FDB1E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19A0D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AFF0B-57BA-77FA-A143-9C3AABC6F29A}"/>
              </a:ext>
            </a:extLst>
          </p:cNvPr>
          <p:cNvSpPr txBox="1"/>
          <p:nvPr/>
        </p:nvSpPr>
        <p:spPr>
          <a:xfrm>
            <a:off x="838200" y="660076"/>
            <a:ext cx="91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B1BE0E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5AB4F-EB6C-7140-6310-A3CBC5095705}"/>
              </a:ext>
            </a:extLst>
          </p:cNvPr>
          <p:cNvSpPr txBox="1"/>
          <p:nvPr/>
        </p:nvSpPr>
        <p:spPr>
          <a:xfrm>
            <a:off x="1686230" y="1027906"/>
            <a:ext cx="3244646" cy="5615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Get Your Notes Organized in Notebooks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Keep all your coursework and class notes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one place with Joplin.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Create a notebook for each class, then add sub-notebooks for topics or projects. Use tags to group related notes and find them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Sync your notes across devices.</a:t>
            </a:r>
            <a:b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Take notes on your tablet in class, then review or edit them later on your laptop or phone.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BF922F-A2A5-3EAD-43A2-C4A1BA258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441" y="1282668"/>
            <a:ext cx="6083794" cy="429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FE5E81-E6B5-5392-FB37-A8C58DDBF451}"/>
              </a:ext>
            </a:extLst>
          </p:cNvPr>
          <p:cNvSpPr txBox="1"/>
          <p:nvPr/>
        </p:nvSpPr>
        <p:spPr>
          <a:xfrm>
            <a:off x="9379974" y="11798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CA9F7F-67E8-B8D8-6B66-D19BF3B322F1}"/>
              </a:ext>
            </a:extLst>
          </p:cNvPr>
          <p:cNvSpPr txBox="1"/>
          <p:nvPr/>
        </p:nvSpPr>
        <p:spPr>
          <a:xfrm>
            <a:off x="769331" y="107912"/>
            <a:ext cx="4161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Joplin for Students | Quick Start Guide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06C8DB-7DAC-1E70-771C-6E73E484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49" y="177485"/>
            <a:ext cx="161051" cy="16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1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A3F3-C644-1120-7977-9115327C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932B4-C4F1-C05A-0D2B-6FBC35608CB2}"/>
              </a:ext>
            </a:extLst>
          </p:cNvPr>
          <p:cNvSpPr txBox="1"/>
          <p:nvPr/>
        </p:nvSpPr>
        <p:spPr>
          <a:xfrm>
            <a:off x="838200" y="660076"/>
            <a:ext cx="91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B1BE0E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5C068-247D-4136-1BDD-D89B34A618CA}"/>
              </a:ext>
            </a:extLst>
          </p:cNvPr>
          <p:cNvSpPr txBox="1"/>
          <p:nvPr/>
        </p:nvSpPr>
        <p:spPr>
          <a:xfrm>
            <a:off x="1661768" y="1027906"/>
            <a:ext cx="3244646" cy="408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Take Handwritten Notes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Prefer writing by hand?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Joplin lets you capture your handwritten notes easily using a stylus on a tablet or touchscreen device. This is perfect for saving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diagrams, equations, and sketches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that are hard to type. Simply write naturally, and your notes will be stored and synced with your other class materials.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0E9744-C0C9-1DE7-CACD-098EE73833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116" y="1444906"/>
            <a:ext cx="644738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67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4ABE-B64F-9C58-FCD5-3AE3A1C5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45179-BEC8-F227-3ABD-D18F32062570}"/>
              </a:ext>
            </a:extLst>
          </p:cNvPr>
          <p:cNvSpPr txBox="1"/>
          <p:nvPr/>
        </p:nvSpPr>
        <p:spPr>
          <a:xfrm>
            <a:off x="838200" y="660076"/>
            <a:ext cx="91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B1BE0E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6DCA4-4AC7-1A90-6E06-AA8A49545DFF}"/>
              </a:ext>
            </a:extLst>
          </p:cNvPr>
          <p:cNvSpPr txBox="1"/>
          <p:nvPr/>
        </p:nvSpPr>
        <p:spPr>
          <a:xfrm>
            <a:off x="1686231" y="519672"/>
            <a:ext cx="3244646" cy="50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Manage Task Lists, To-Dos, and Reminders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Stay organized and keep track of your academic work with Joplin.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Create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to-do lists with checkboxes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set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reminders for deadlines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and prioritize tasks so you never miss an assignment. With everything in one place, Joplin becomes your personal study planner throughout the school year.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1663542-3C5B-B1FD-6EBF-ECA727EEFF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781" y="1444906"/>
            <a:ext cx="6531077" cy="348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05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7143-16E3-E5E3-B58A-39AEF299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3E31D-53EC-B36F-5B6E-677FA9390D2F}"/>
              </a:ext>
            </a:extLst>
          </p:cNvPr>
          <p:cNvSpPr txBox="1"/>
          <p:nvPr/>
        </p:nvSpPr>
        <p:spPr>
          <a:xfrm>
            <a:off x="838200" y="660076"/>
            <a:ext cx="91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B1BE0E"/>
                </a:solidFill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E5F88-DCC1-0E32-9508-D25F3EC995DB}"/>
              </a:ext>
            </a:extLst>
          </p:cNvPr>
          <p:cNvSpPr txBox="1"/>
          <p:nvPr/>
        </p:nvSpPr>
        <p:spPr>
          <a:xfrm>
            <a:off x="1752600" y="1027906"/>
            <a:ext cx="3244646" cy="436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Collaborate on Group Projects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Working on a team project?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Joplin helps you share notebooks and notes with classmates so everyone can contribute. This makes it easier to divide tasks, share research, and build your final report together — all in one organized workspace.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72F77C-5D37-6511-2429-E17160E049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45" y="1300001"/>
            <a:ext cx="5422492" cy="51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F1D5-E583-FA1C-2A46-800476FB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16965-0B9B-88DF-56BB-193EAC5F68B5}"/>
              </a:ext>
            </a:extLst>
          </p:cNvPr>
          <p:cNvSpPr txBox="1"/>
          <p:nvPr/>
        </p:nvSpPr>
        <p:spPr>
          <a:xfrm>
            <a:off x="838200" y="660076"/>
            <a:ext cx="914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B1BE0E"/>
                </a:solidFill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AEA4E-F808-57D3-2681-DABDAD342EDF}"/>
              </a:ext>
            </a:extLst>
          </p:cNvPr>
          <p:cNvSpPr txBox="1"/>
          <p:nvPr/>
        </p:nvSpPr>
        <p:spPr>
          <a:xfrm>
            <a:off x="1686231" y="520071"/>
            <a:ext cx="3244646" cy="536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Add Multimedia to Your Notes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Make your notes more powerful by adding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images, attachments, and photos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Capture lecture slides, lab results, or important documents directly into Joplin. Whether you use your phone’s camera, a stylus on your tablet, or your desktop computer, your notes stay synced and ready — even when you’re offline.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FDA5EE-941C-4276-A696-A2AA18B03A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407" y="1288109"/>
            <a:ext cx="6255393" cy="342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47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C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6C18-1D74-6DBE-A234-AEA87D05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7FE25-49FA-72A4-7623-00503EBAF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D7B3F-DB7F-399C-7D83-431263893D61}"/>
              </a:ext>
            </a:extLst>
          </p:cNvPr>
          <p:cNvSpPr txBox="1"/>
          <p:nvPr/>
        </p:nvSpPr>
        <p:spPr>
          <a:xfrm>
            <a:off x="971550" y="1004093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B1BE0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Resources &amp;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0111F-763D-C3D1-E506-977115C317BE}"/>
              </a:ext>
            </a:extLst>
          </p:cNvPr>
          <p:cNvSpPr txBox="1"/>
          <p:nvPr/>
        </p:nvSpPr>
        <p:spPr>
          <a:xfrm>
            <a:off x="971550" y="1600695"/>
            <a:ext cx="5585312" cy="5895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B1BE0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Official Help</a:t>
            </a:r>
            <a:endParaRPr lang="en-US" sz="2400" dirty="0">
              <a:solidFill>
                <a:srgbClr val="B1BE0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Joplin Documentation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Joplin FAQ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B1BE0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Community</a:t>
            </a:r>
            <a:endParaRPr lang="en-US" sz="2400" dirty="0">
              <a:solidFill>
                <a:srgbClr val="B1BE0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Joplin Forum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B1BE0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Try This Next</a:t>
            </a:r>
            <a:endParaRPr lang="en-US" sz="2400" dirty="0">
              <a:solidFill>
                <a:srgbClr val="B1BE0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Create your first notebook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Add tags to organize notes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Install Joplin on your phone and sync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53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8144</TotalTime>
  <Words>398</Words>
  <Application>Microsoft Office PowerPoint</Application>
  <PresentationFormat>Widescreen</PresentationFormat>
  <Paragraphs>43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 Omar</dc:creator>
  <cp:lastModifiedBy>Aim Omar</cp:lastModifiedBy>
  <cp:revision>9</cp:revision>
  <dcterms:created xsi:type="dcterms:W3CDTF">2026-01-19T13:45:53Z</dcterms:created>
  <dcterms:modified xsi:type="dcterms:W3CDTF">2026-01-31T14:06:11Z</dcterms:modified>
</cp:coreProperties>
</file>